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0:00–0:45. Enmarcar el problema y la demo con datos sintéticos. No afirmar que el producto completo está terminado.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0:45–1:35. Usuario y problema. Discovery abierta; presentarlo como hipótesis de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1:35–2:30. Flujo y límites de canales/publicación.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2:30–3:30. Arquitectura y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3:30–4:20. Separar integración offline de calidad semántica no evaluada.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4:20–7:20. Demo: mismo brief real en ambos proveedores. Si no hay credenciales/servicio, mostrar fallback offline y decir que no es salida de Groq/Ollama. No inventar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7:20–8:45. Rúbrica y autoevaluación. C4 suma 54%.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8:45–10:00. Bloqueos y pasos de cierre. Comparación multi-modelo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MVP DE GENERACIÓN PARA REDES SOCIALES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De un brief a contenido revisable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gabrielagranja/generador-contenido-llms · dev · verificación documental: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42337"/>
                </a:solidFill>
                <a:latin typeface="Aptos"/>
              </a:defRPr>
            </a:pPr>
            <a:r>
              <a:t>Coll Amunt! reúne más de 20 comercios locales. La persona gestora necesita producir contenido consistente sin inventar datos del negocio.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938528"/>
            <a:ext cx="41148" cy="215798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1" y="19385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Pregunta guía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1" y="235915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¿Cómo convertir un brief corto en un borrador editable, con contexto rastreable y revisión humana?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E6C78"/>
                </a:solidFill>
                <a:latin typeface="Aptos"/>
              </a:defRPr>
            </a:pPr>
            <a:r>
              <a:t>10 minutos · demo segura con datos sintéticos · publicación fuera del recorrido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01 · USUARIO Y NECESIDAD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El problema no es solo redactar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README.md · project charter · Issues #1–#6 (discovery aún abierta)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38528"/>
            <a:ext cx="41148" cy="2798063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385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3108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Gestora de contenidos que coordina comunicación de comercios locales.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38528"/>
            <a:ext cx="41148" cy="2798063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9385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Fricción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59152"/>
            <a:ext cx="3108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Briefs incompletos, información dispersa y adaptación manual por canal.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38528"/>
            <a:ext cx="41148" cy="2798063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9385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822D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59152"/>
            <a:ext cx="3108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Un dato no sustentado daña la confianza; la decisión editorial sigue en manos humanas.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8"/>
                </a:solidFill>
                <a:latin typeface="Aptos"/>
              </a:defRPr>
            </a:pPr>
            <a:r>
              <a:t>Límite: la discovery sigue en curso; el encaje con usuarios no está validado mediante entrevistas cerradas.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02 · ALCANCE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El flujo propuesto mantiene a la persona en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README.md · roadmap · evidencia OpenSpec/Issue #24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04288"/>
            <a:ext cx="41148" cy="197510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1 ·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24912"/>
            <a:ext cx="2240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Tema, audiencia, canal y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87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304288"/>
            <a:ext cx="41148" cy="197510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304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2 ·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724912"/>
            <a:ext cx="2240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RAG recupera fuentes aprobadas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87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304288"/>
            <a:ext cx="41148" cy="197510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2304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3 · 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2724912"/>
            <a:ext cx="2240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LangChain enruta al proveedor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87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304288"/>
            <a:ext cx="41148" cy="197510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2304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4 · Revisión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724912"/>
            <a:ext cx="2240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Editar, regenerar o copiar/exportar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2337"/>
                </a:solidFill>
                <a:latin typeface="Aptos"/>
              </a:defRPr>
            </a:pPr>
            <a:r>
              <a:t>Instagram requiere confirmación humana explícita para publicar. Facebook genera/adapta texto; publicación directa queda fuera del MVP.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03 ·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Arquitectura: proveedor intercambiable, RAG trazable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README.md · evidence #25/#32 · PR #103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41148" cy="160934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2148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21488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Next.js / React / 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938528"/>
            <a:ext cx="41148" cy="160934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38528"/>
            <a:ext cx="2148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59152"/>
            <a:ext cx="21488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FastAPI / Pydantic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38528"/>
            <a:ext cx="41148" cy="160934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938528"/>
            <a:ext cx="2148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Orquestación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59152"/>
            <a:ext cx="21488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LangChain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938528"/>
            <a:ext cx="41148" cy="160934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938528"/>
            <a:ext cx="2148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359152"/>
            <a:ext cx="21488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Mock / Groq /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87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87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87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453128"/>
            <a:ext cx="41148" cy="1014984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453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822D"/>
                </a:solidFill>
                <a:latin typeface="Aptos"/>
              </a:defRPr>
            </a:pPr>
            <a:r>
              <a:t>RAG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8737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Chroma + contexto aprobado + referencias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453128"/>
            <a:ext cx="41148" cy="101498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445312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Control editorial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873752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Claims sin soporte marcados para revisión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04 · EVIDENCIA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Qué está probado y qué todavía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docs/evidence/mvp-evaluation-issue-25.md · rag-issue-32-representative-runs.md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92807"/>
            <a:ext cx="41148" cy="334670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92807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Verificado en tests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13432"/>
            <a:ext cx="4983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PDF/API sintéticos: recuperación y procedencia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Aislamiento entre negocios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Precio sin evidencia: marcado UNSUPPORTED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Suite documentada: 28 tests RAG/API/generación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92807"/>
            <a:ext cx="41148" cy="3346704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92807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822D"/>
                </a:solidFill>
                <a:latin typeface="Aptos"/>
              </a:defRPr>
            </a:pPr>
            <a:r>
              <a:t>Límites explícitos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13432"/>
            <a:ext cx="4983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Salida determinista mock; no mide calidad semántica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Fixtures y respuestas API simuladas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Chequeo léxico no certifica veracidad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• Sin smoke test real de Groq/Ollama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2337"/>
                </a:solidFill>
                <a:latin typeface="Aptos"/>
              </a:defRPr>
            </a:pPr>
            <a:r>
              <a:t>Integración probada no equivale a calidad de modelo evaluada.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05 · DEMO EN VIVO ·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Demo reproducible: mismo brief, dos proveedores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Guion/fallback: docs/demo-groq-ollama.md · mismo payload y parámetros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92807"/>
            <a:ext cx="41148" cy="3255263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Brief sintético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3291839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Panadería ficticia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Caja de desayuno entre semana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Incluye pan y fruta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Audiencia: vecinos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Canal: Instagram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No inventar precio ni horario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92807"/>
            <a:ext cx="41148" cy="3255263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Recorrido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13432"/>
            <a:ext cx="3291839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1. Mismo brief al endpoint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2. LLM_PROVIDER=groq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3. Repetir con LLM_PROVIDER=ollama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4. Mostrar provider/model, salida y referencias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92807"/>
            <a:ext cx="41148" cy="3255263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822D"/>
                </a:solidFill>
                <a:latin typeface="Aptos"/>
              </a:defRPr>
            </a:pPr>
            <a:r>
              <a:t>Fallback preparado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13432"/>
            <a:ext cx="3291839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Caso offline documentado: “Weekday breakfast box includes bread and fruit.”</a:t>
            </a:r>
          </a:p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Mostrar fuente/chunk y precio sin soporte.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8"/>
                </a:solidFill>
                <a:latin typeface="Aptos"/>
              </a:defRPr>
            </a:pPr>
            <a:r>
              <a:t>La prueba real está pendiente: este entorno no tiene clave Groq ni servicio/CLI Ollama.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06 · AUTOEVALUACIÓN CONSERVADORA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Evaluación alineada con la rúbrica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rubric-traceability.md · evaluation-plan.md · 24 indicadores / 100 puntos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92807"/>
            <a:ext cx="41148" cy="275234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C1 · 12 %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329183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Deck y guion producidos; falta ensayo cronometrado y captura de ejecución.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92807"/>
            <a:ext cx="41148" cy="275234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C2 · 16 %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13432"/>
            <a:ext cx="329183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Repositorio, ramas, issues y CI tienen evidencia. Clon/ejecución limpia no verificados aquí.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92807"/>
            <a:ext cx="41148" cy="2752344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822D"/>
                </a:solidFill>
                <a:latin typeface="Aptos"/>
              </a:defRPr>
            </a:pPr>
            <a:r>
              <a:t>C3 · 18 %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13432"/>
            <a:ext cx="329183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Project/Kanban y daily parcial. Roles, actas, retrospectiva y estimación sin evidencia suficiente.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663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37"/>
                </a:solidFill>
                <a:latin typeface="Aptos"/>
              </a:defRPr>
            </a:pPr>
            <a:r>
              <a:t>C4 pesa 54 %: RAG y boundary LangChain tienen evidencia offline; falta generación real y revisión humana del output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878C"/>
                </a:solidFill>
                <a:latin typeface="Aptos"/>
              </a:defRPr>
            </a:pPr>
            <a:r>
              <a:t>07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37"/>
                </a:solidFill>
                <a:latin typeface="Aptos"/>
              </a:defRPr>
            </a:pPr>
            <a:r>
              <a:t>Siguiente paso: capturar evidencia real, no promesas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E6C78"/>
                </a:solidFill>
                <a:latin typeface="Aptos"/>
              </a:defRPr>
            </a:pPr>
            <a:r>
              <a:t>Issues #29/#35/#36 · docs/assumptions.md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92807"/>
            <a:ext cx="41148" cy="307238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1 · Configurar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32918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Clave Groq local; instalar/arrancar Ollama y descargar modelo. Nunca guardar secretos.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92807"/>
            <a:ext cx="41148" cy="307238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2 · Ejecutar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13432"/>
            <a:ext cx="32918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Brief y parámetros iguales. Registrar fecha, proveedor/modelo, latencia, salida, fuentes y errores.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92807"/>
            <a:ext cx="41148" cy="3072384"/>
          </a:xfrm>
          <a:prstGeom prst="rect">
            <a:avLst/>
          </a:prstGeom>
          <a:solidFill>
            <a:srgbClr val="1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7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878C"/>
                </a:solidFill>
                <a:latin typeface="Aptos"/>
              </a:defRPr>
            </a:pPr>
            <a:r>
              <a:t>3 · Cerrar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13432"/>
            <a:ext cx="32918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D38"/>
                </a:solidFill>
                <a:latin typeface="Aptos"/>
              </a:defRPr>
            </a:pPr>
            <a:r>
              <a:t>Ensayar 10 min, actualizar autoevaluación y validar setup limpio. Comparar dos modelos es opcional.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E6C78"/>
                </a:solidFill>
                <a:latin typeface="Aptos"/>
              </a:defRPr>
            </a:pPr>
            <a:r>
              <a:t>Estado: presentación y fallback preparados; smoke tests reales y ensayo siguen pendientes.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